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31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C884"/>
    <a:srgbClr val="4AD294"/>
    <a:srgbClr val="61E98B"/>
    <a:srgbClr val="1EDC59"/>
    <a:srgbClr val="294983"/>
    <a:srgbClr val="003300"/>
    <a:srgbClr val="0060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3792" autoAdjust="0"/>
  </p:normalViewPr>
  <p:slideViewPr>
    <p:cSldViewPr snapToGrid="0">
      <p:cViewPr varScale="1">
        <p:scale>
          <a:sx n="111" d="100"/>
          <a:sy n="111" d="100"/>
        </p:scale>
        <p:origin x="69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9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DF230DD-0466-1022-5D21-F146584B77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F0BCDD7-675D-1551-8744-21A56D3C3D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F4174-C419-4A3B-B597-72B32680369B}" type="datetimeFigureOut">
              <a:rPr lang="es-CO" smtClean="0"/>
              <a:t>10/05/2026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2F6DE6-29F4-DC28-766F-CB60FC4A39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87F66E-79C7-A11D-7811-F3ECAD2E9F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7FD30-46E8-4CC4-A147-2BF7FC3795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27994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9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78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8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4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2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16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9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35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4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9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2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EBC5F-2EF7-442A-AAAE-A4BC9D39B88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07608-7745-44CB-9EE6-44E3B575C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5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CEEA-4049-911C-6E03-09C84E60C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5D08F592-6261-EEF9-B0F5-A672B03C6692}"/>
              </a:ext>
            </a:extLst>
          </p:cNvPr>
          <p:cNvSpPr/>
          <p:nvPr/>
        </p:nvSpPr>
        <p:spPr>
          <a:xfrm>
            <a:off x="10712025" y="11289"/>
            <a:ext cx="1478844" cy="6858000"/>
          </a:xfrm>
          <a:prstGeom prst="rect">
            <a:avLst/>
          </a:prstGeom>
          <a:solidFill>
            <a:srgbClr val="32C884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n 7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BC2893D-A2B7-451F-626F-8D65924F9E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4" y="6351814"/>
            <a:ext cx="845079" cy="516346"/>
          </a:xfrm>
          <a:prstGeom prst="rect">
            <a:avLst/>
          </a:prstGeom>
          <a:noFill/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3C06A11-435B-2C2A-B4C1-1109E0F61C11}"/>
              </a:ext>
            </a:extLst>
          </p:cNvPr>
          <p:cNvSpPr txBox="1"/>
          <p:nvPr/>
        </p:nvSpPr>
        <p:spPr>
          <a:xfrm>
            <a:off x="1809750" y="474146"/>
            <a:ext cx="6108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Resumen Ejecutivo de Gestión de </a:t>
            </a:r>
          </a:p>
          <a:p>
            <a:pPr algn="ctr"/>
            <a:r>
              <a:rPr lang="es-ES" b="1" dirty="0"/>
              <a:t> CENTRO HOSPITALARIO REGIONAL SANTA MONICA</a:t>
            </a:r>
            <a:endParaRPr lang="es-CO" b="1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9274774-7FCD-FA11-463B-EBB0A8749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13" y="1686344"/>
            <a:ext cx="103251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295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22540</TotalTime>
  <Words>11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ELIANA ANDREA ANACONA CRUZ</dc:creator>
  <cp:lastModifiedBy>USER</cp:lastModifiedBy>
  <cp:revision>488</cp:revision>
  <dcterms:created xsi:type="dcterms:W3CDTF">2023-10-05T16:23:27Z</dcterms:created>
  <dcterms:modified xsi:type="dcterms:W3CDTF">2026-05-11T01:31:54Z</dcterms:modified>
</cp:coreProperties>
</file>